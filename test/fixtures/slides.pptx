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F896262-E746-43BB-8D0C-10D695E6C53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 txBox="1"/>
          <p:nvPr/>
        </p:nvSpPr>
        <p:spPr>
          <a:xfrm>
            <a:off x="360000" y="36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Nhớ nhắc lịch thi ngày 12/12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BF3CDF-FE83-4019-AD57-F42789873DE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BA2FDB-9389-4F5A-8461-3EDA64E04F9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1874AAF-29F1-4675-813D-BEBF6ADCD8F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360000" y="36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Kế hoạch học kỳ 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Môn Trí tuệ nhân tạo &amp; Học máy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 txBox="1"/>
          <p:nvPr/>
        </p:nvSpPr>
        <p:spPr>
          <a:xfrm>
            <a:off x="360000" y="36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Ngân sách: 1.766.000 đồng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